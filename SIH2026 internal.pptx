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SMART INDIA HACKATHON 2026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Problem Statement ID – SIH26143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Problem Statement Title- Satellite Oil Spill Detection &amp; AIS-Based Vessel Attribution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Theme- Disaster Management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PS Category- Software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Team ID-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Team Name (Registered on portal): Vibe Coders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All-Weather SAR Detection: Ingests Sentinel-1 Synthetic Aperture Radar (SAR) imagery to automatically detect oil spills day or night through cloud cover.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Deep Learning Segmentation: Uses a lightweight U-Net neural network to extract exact slick boundaries, surface area (km²), and centroid coordinates.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Hydrodynamic Drift Backtracking: Reverses ocean currents and wind drift (T₋₂₄h) to estimate a probable origin corridor and time window for the spill.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Spatiotemporal AIS Matching: Cross-references historical ship trajectories with the origin corridor to identify candidate vessels in the discharge window.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Explainable Evidence Scoring: Scores candidate vessels across 7 multi-evidence signals (heading, speed, proximity, dark-ship status) to deliver a ranked, investigative shortlist for Coast Guard triage.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2  |  @SIH Idea submission  |  Vibe Coders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Phase 1: Satellite Detection &amp; Geometry Extraction (Sentinel-1 C-SAR, U-Net Segmentation, GeoJSON Polygons).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Phase 2: AIS &amp; Hydrodynamic Backtracking (Open-Meteo Currents &amp; 3% Windage Solver, MovingPandas Trajectory Builder).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Phase 3: Multi-Evidence Attribution Engine (7-Signal Weighted Scoring, Bayesian Posterior Refinement, Pydantic Contract D).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Phase 4: Tactical Command Dashboard (FastAPI Backend, Leaflet.js Interactive Geospatial Chart, Plain-English Triage Dossiers).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3  |  @SIH Idea submission  |  Vibe Coders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Utilizes freely accessible, open-source satellite, environmental, and AIS data streams.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Sentinel-1 SAR radar guarantees reliable images that are really useful and efficient for oil-spill detection algorithms.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Modular architecture allows independent testing and simulation using live or optionally mock data.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Filters out false positives (look-alikes like algae or low wind) by fusing SAR confidence with drift and vessel tracks.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Handles noisy AIS data and environmental uncertainty using origin corridors instead of static points.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Includes automated fallback to cached and mock data during live stream downtime.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4  |  @SIH Idea submission  |  Vibe Coders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Accelerates incident response by drastically reducing the delay between spill detection and investigation.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Eliminates manual search by converting massive maritime datasets into a targeted suspect shortlist.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Delivers transparent, explainable scoring that provides authorities with an actionable evidence trail.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Safeguards critical marine ecosystems, coastal livelihoods, fisheries, and commercial ports.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Provides a low-cost, open-data alternative to expensive proprietary monitoring solutions.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Scalable across the Indian coastline, covering high-traffic zones in the Arabian Sea and Bay of Bengal.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5  |  @SIH Idea submission  |  Vibe Coders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RESEARCH 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SAR Principles: Detects sea-surface roughness damping and radar backscatter anomalies to isolate oil slicks.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Deep Learning Benchmarks: Leverages established Deep-SAR benchmark datasets for semantic segmentation.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Ocean Drift Modelling: Employs backward hydrodynamic vector estimation using wind and marine currents.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Data Sources: Sentinel-1 SAR, Deep-SAR, AISStream.io, Global Fishing Watch, Copernicus Marine, and INCOIS.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Benchmarking: Inspired by systems like CleanSeaNet and Cerulean, tailored for an open, India-focused pipeline.</a:t>
            </a:r>
          </a:p>
          <a:p>
            <a:pPr>
              <a:spcAft>
                <a:spcPts val="1200"/>
              </a:spcAft>
              <a:defRPr sz="1500">
                <a:solidFill>
                  <a:srgbClr val="1E293B"/>
                </a:solidFill>
              </a:defRPr>
            </a:pPr>
            <a:r>
              <a:t>• Operational Scope: Designed specifically for investigative triage and decision support, not legal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6  |  @SIH Idea submission  |  Vibe Coders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